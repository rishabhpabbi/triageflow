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triageflow.streamlit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228600" cy="4754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TriageFlow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Emergency Department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Care Navigation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27432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Clinical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2926080"/>
            <a:ext cx="274320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 Healthcare AI Hackathon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Pabbi &amp; Puneet Velidi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triageflow.streamlit.app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Emergency Departments Are in Crisis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6.5M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Canadians lack 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doctor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rely on ERs for routine care,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the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69164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4+ hrs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5661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worst in the OECD.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leave without being seen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hrs/day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time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overload leads to burnout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medical errors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&amp; Smart Routing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508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trained on 10,000 clinical encounters. Predicts CTAS Level 1-5 with clinical override rules. Routes patients to the appropriate care level.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Flow Optimization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788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 simulation proves AI triage serves 25-40 more patients per 24h shift and reduces queue backlogs by 30-60 patients.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703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069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SOAP notes and ICD-10 suggestions save 2-6 hours of charting time per physician per day.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10K encounters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fallback for offline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synthetic EHR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pts, 10K encounters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880360"/>
            <a:ext cx="265176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2044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2044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+ Live, HIPAA-aware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65176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550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5508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 Model Performance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 |  28 features  |  10,000 encounters  |  80/20 stratified split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92.4%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23444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0.89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2011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19659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2011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Overrides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123444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23444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12280" y="2011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192024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46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Weight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0" y="3246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02152"/>
            <a:ext cx="18288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02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35021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758184"/>
            <a:ext cx="169164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7581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31720" y="3758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014216"/>
            <a:ext cx="164592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142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Saturation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4014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270248"/>
            <a:ext cx="146304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70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03120" y="4270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834640"/>
            <a:ext cx="4023360" cy="173736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834640"/>
            <a:ext cx="54864" cy="1737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Design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0" y="3246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override rules catch critical cases: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arrest / hemodynamic instability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/ seizure / sepsis concern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/ severe pain (8+/10)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3 minimum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Performance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Innovation Highlights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Override Rules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safety rules for cardiac arrest, stroke, sepsis override ML when clinical red flags are detected.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SMS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HSP validation, no PHI in SMS body, SHA-256 hashed audit trail, masked phone numbers.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Matched-Cohort Simulation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patients in both Traditional and AI systems. Eliminates survivorship bias for fair comparison.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54864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3017520"/>
            <a:ext cx="411480" cy="4114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Checking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active medications. AI-generated plain-language explanations of severity and risk.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triageflow.streamlit.app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11680" cy="265176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0116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symptoms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assessment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flags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554480"/>
            <a:ext cx="2011680" cy="265176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55448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metrics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2011680" cy="265176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54480"/>
            <a:ext cx="201168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Triage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mockup preview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audit 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HSP validation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554480"/>
            <a:ext cx="2011680" cy="265176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55448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8660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Simulation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floor plan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cohort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Quantified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discrete event simulation (24-hour ED shift, 5 treatment rooms)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554480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+25-40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per shift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8016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55448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-30-60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14600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queue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8016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9240" y="1554480"/>
            <a:ext cx="594360" cy="59436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2-6 hrs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63440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saved/day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12801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28016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0" y="1554480"/>
            <a:ext cx="594360" cy="59436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12280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4-5 safely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Matada Research (2024), CIHI NACRS 2024-25, Cotte et al. (2022)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124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HL7/FHIR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hospital EHR systems for live patient data and real-time triage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SMS with Consent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Twilio integration with patient consent workflow and opt-in/opt-out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8892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in French, Mandarin, Punjabi for diverse Canadian communities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730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ED Validation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BC emergency departments for clinical validation and outcomes measurement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828800" y="2286000"/>
            <a:ext cx="5486400" cy="36576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triageflow.streamlit.app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github.com/Rishabhpabbi/TriageFlow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383280"/>
            <a:ext cx="1143000" cy="29260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3383280"/>
            <a:ext cx="1143000" cy="29260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33832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3383280"/>
            <a:ext cx="1143000" cy="29260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33832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3383280"/>
            <a:ext cx="1143000" cy="29260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3832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383280"/>
            <a:ext cx="1143000" cy="29260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8" name="Text 16"/>
          <p:cNvSpPr/>
          <p:nvPr/>
        </p:nvSpPr>
        <p:spPr>
          <a:xfrm>
            <a:off x="5897880" y="33832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78040" y="3383280"/>
            <a:ext cx="1143000" cy="29260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33832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TriageFlow - AI-Powered ED Triage</dc:title>
  <dc:subject>PptxGenJS Presentation</dc:subject>
  <dc:creator>Rishabh Pabbi &amp; Puneet Velidi</dc:creator>
  <cp:lastModifiedBy>Rishabh Pabbi &amp; Puneet Velidi</cp:lastModifiedBy>
  <cp:revision>1</cp:revision>
  <dcterms:created xsi:type="dcterms:W3CDTF">2026-03-28T20:22:18Z</dcterms:created>
  <dcterms:modified xsi:type="dcterms:W3CDTF">2026-03-28T20:22:18Z</dcterms:modified>
</cp:coreProperties>
</file>