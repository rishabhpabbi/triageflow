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hyperlink" Target="https://triageflow.streamlit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45720"/>
            <a:ext cx="228600" cy="475488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54864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/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TriageFlow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Emergency Department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Care Navigation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2743200" cy="320040"/>
          </a:xfrm>
          <a:prstGeom prst="rect">
            <a:avLst/>
          </a:prstGeom>
          <a:solidFill>
            <a:srgbClr val="DBEAF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926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1: Clinical AI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66160" y="2926080"/>
            <a:ext cx="2743200" cy="320040"/>
          </a:xfrm>
          <a:prstGeom prst="rect">
            <a:avLst/>
          </a:prstGeom>
          <a:solidFill>
            <a:srgbClr val="EDE9F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66160" y="2926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 Healthcare AI Hackathon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Rishabh Pabbi &amp; Puneet Velidi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triageflow.streamlit.app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Canadian Emergency Departments Are in Crisis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517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265176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6.5M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3152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Canadians lack a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doctor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520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rely on ERs for routine care,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overwhelming the system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26517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371600"/>
            <a:ext cx="26517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Shape 11"/>
          <p:cNvSpPr/>
          <p:nvPr/>
        </p:nvSpPr>
        <p:spPr>
          <a:xfrm>
            <a:off x="3566160" y="1691640"/>
            <a:ext cx="548640" cy="54864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4+ hrs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56616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ER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time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66160" y="3520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the worst in the OECD.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leave without being seen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371600"/>
            <a:ext cx="26517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1371600"/>
            <a:ext cx="265176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0" y="1691640"/>
            <a:ext cx="548640" cy="54864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 hrs/day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40080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time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admin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520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overload leads to burnout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medical errors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Our Solution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10972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1430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 &amp; Smart Routing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5087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trained on 10,000 clinical encounters. Predicts CTAS Level 1-5 with clinical override rules. Routes patients to the appropriate care level.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109728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331720"/>
            <a:ext cx="54864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606040"/>
            <a:ext cx="502920" cy="502920"/>
          </a:xfrm>
          <a:prstGeom prst="ellipse">
            <a:avLst/>
          </a:prstGeom>
          <a:solidFill>
            <a:srgbClr val="D1FAE5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606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24231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Flow Optimization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27889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event simulation proves AI triage serves 25-40 more patients per 24h shift and reduces queue backlogs by 30-60 patients.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9728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54864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886200"/>
            <a:ext cx="502920" cy="502920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886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3703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Documentation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63040" y="40690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SOAP notes and ICD-10 suggestions save 2-6 hours of charting time per physician per day.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291840" y="1051560"/>
            <a:ext cx="265176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2044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2044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scikit-learn, 10K encounters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26480" y="1051560"/>
            <a:ext cx="2651760" cy="4572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5508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5508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(Anthropic)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fallback for offline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57200" y="2880360"/>
            <a:ext cx="265176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80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Synthea synthetic EHR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2K pts, 10K encounters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3291840" y="2880360"/>
            <a:ext cx="2651760" cy="4572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52044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52044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52044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SMTP + Twilio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SMS, HIPAA-aware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126480" y="2880360"/>
            <a:ext cx="2651760" cy="4572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35508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35508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55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Cloud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CI/CD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ML Model Performance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 |  28 features  |  10,000 encounters  |  80/20 stratified split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34440"/>
            <a:ext cx="196596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92.4%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Accuracy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14600" y="12344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23444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0.89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14600" y="20116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234440"/>
            <a:ext cx="196596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13%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663440" y="20116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Overrides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12280" y="12344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12280" y="1234440"/>
            <a:ext cx="196596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681228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28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812280" y="20116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 Importances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246120"/>
            <a:ext cx="192024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2461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 Weight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60320" y="32461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14.8%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502152"/>
            <a:ext cx="182880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50215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Systolic BP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468880" y="35021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3758184"/>
            <a:ext cx="169164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75818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331720" y="3758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13.1%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014216"/>
            <a:ext cx="164592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01421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 Saturation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286000" y="4014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4270248"/>
            <a:ext cx="146304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427024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Diastolic BP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103120" y="42702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11.2%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54880" y="2834640"/>
            <a:ext cx="4023360" cy="173736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54880" y="2834640"/>
            <a:ext cx="54864" cy="1737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9" name="Text 37"/>
          <p:cNvSpPr/>
          <p:nvPr/>
        </p:nvSpPr>
        <p:spPr>
          <a:xfrm>
            <a:off x="5029200" y="2926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Safety-First Design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029200" y="32461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override rules catch critical cases: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arrest / hemodynamic instability</a:t>
            </a:r>
            <a:endParaRPr lang="en-US" sz="1100" dirty="0"/>
          </a:p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CTAS 1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/ seizure / sepsis concern</a:t>
            </a:r>
            <a:endParaRPr lang="en-US" sz="11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CTAS 2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 / severe pain (8+/10)</a:t>
            </a:r>
            <a:endParaRPr lang="en-US" sz="1100" dirty="0"/>
          </a:p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CTAS 3 minimum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Performance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Innovation Highlights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15544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40080" y="1234440"/>
            <a:ext cx="411480" cy="411480"/>
          </a:xfrm>
          <a:prstGeom prst="ellipse">
            <a:avLst/>
          </a:prstGeom>
          <a:solidFill>
            <a:srgbClr val="FEE2E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188720" y="1188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Override Rules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safety rules for cardiac arrest, stroke, sepsis override ML when clinical red flags are detected.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3440" y="1051560"/>
            <a:ext cx="54864" cy="155448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846320" y="1234440"/>
            <a:ext cx="411480" cy="411480"/>
          </a:xfrm>
          <a:prstGeom prst="ellipse">
            <a:avLst/>
          </a:prstGeom>
          <a:solidFill>
            <a:srgbClr val="DBEAF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94960" y="1188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HIPAA-Compliant Notifications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691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SMS triage. No PHI in message body, SHA-256 hashed audit trail, Gmail SMTP with TLS.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7200" y="2834640"/>
            <a:ext cx="54864" cy="15544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3017520"/>
            <a:ext cx="411480" cy="41148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188720" y="2971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Matched-Cohort Simulation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34747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patients in both Traditional and AI systems. Eliminates survivorship bias for fair comparison.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2834640"/>
            <a:ext cx="40233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663440" y="2834640"/>
            <a:ext cx="54864" cy="15544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846320" y="3017520"/>
            <a:ext cx="411480" cy="411480"/>
          </a:xfrm>
          <a:prstGeom prst="ellipse">
            <a:avLst/>
          </a:prstGeom>
          <a:solidFill>
            <a:srgbClr val="EDE9FE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394960" y="2971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ED Waiting Room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37760" y="34747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joins a simulated ED queue. Real ML triage determines position. Queue simulates live with auto email notification when the doctor is ready.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triageflow.streamlit.app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011680" cy="265176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65760" y="1554480"/>
            <a:ext cx="201168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737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/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Navigator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2697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Multi-select symptoms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assessment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flags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1554480"/>
            <a:ext cx="2011680" cy="265176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60320" y="1554480"/>
            <a:ext cx="201168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60320" y="1737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/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69748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Dashboard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97480" y="2697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board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metrics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554480"/>
            <a:ext cx="2011680" cy="265176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754880" y="1554480"/>
            <a:ext cx="2011680" cy="4572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754880" y="1737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/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89204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2697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queue live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ML triage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notification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49440" y="1554480"/>
            <a:ext cx="2011680" cy="2651760"/>
          </a:xfrm>
          <a:prstGeom prst="rect">
            <a:avLst/>
          </a:prstGeom>
          <a:solidFill>
            <a:srgbClr val="37415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949440" y="1554480"/>
            <a:ext cx="20116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949440" y="1737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/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086600" y="2286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Simulation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86600" y="2697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vs AI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floor plan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cohort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Quantified Impact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from discrete event simulation (24-hour ED shift, 5 treatment rooms)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80160"/>
            <a:ext cx="196596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" y="1554480"/>
            <a:ext cx="594360" cy="594360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2860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+25-40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6576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patients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per shift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514600" y="128016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14600" y="128016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0" y="1554480"/>
            <a:ext cx="594360" cy="594360"/>
          </a:xfrm>
          <a:prstGeom prst="ellipse">
            <a:avLst/>
          </a:prstGeom>
          <a:solidFill>
            <a:srgbClr val="D1FAE5"/>
          </a:solidFill>
          <a:ln/>
        </p:spPr>
      </p:sp>
      <p:sp>
        <p:nvSpPr>
          <p:cNvPr id="13" name="Text 11"/>
          <p:cNvSpPr/>
          <p:nvPr/>
        </p:nvSpPr>
        <p:spPr>
          <a:xfrm>
            <a:off x="2514600" y="22860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-30-60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51460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queue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128016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28016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5349240" y="1554480"/>
            <a:ext cx="594360" cy="594360"/>
          </a:xfrm>
          <a:prstGeom prst="ellipse">
            <a:avLst/>
          </a:prstGeom>
          <a:solidFill>
            <a:srgbClr val="FEF3C7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22860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2-6 hrs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466344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time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saved/day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12280" y="1280160"/>
            <a:ext cx="19659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12280" y="1280160"/>
            <a:ext cx="196596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Shape 20"/>
          <p:cNvSpPr/>
          <p:nvPr/>
        </p:nvSpPr>
        <p:spPr>
          <a:xfrm>
            <a:off x="7498080" y="1554480"/>
            <a:ext cx="594360" cy="594360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23" name="Text 21"/>
          <p:cNvSpPr/>
          <p:nvPr/>
        </p:nvSpPr>
        <p:spPr>
          <a:xfrm>
            <a:off x="6812280" y="22860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50%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681228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CTAS 4-5 safely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on: Matada Research (2024), CIHI NACRS 2024-25, Cotte et al. (2022)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73152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7315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1124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HL7/FHIR Integration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real hospital EHR systems for live patient data and real-time triage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73152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920240"/>
            <a:ext cx="54864" cy="7315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2011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19933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Interaction Alerts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2286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drug interaction alerts via email when new medications are prescribed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8229600" cy="73152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7200" y="2788920"/>
            <a:ext cx="54864" cy="73152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85800" y="2880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28620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Support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154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 French, Mandarin, Punjabi for diverse Canadian communities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solidFill>
            <a:srgbClr val="F9FA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57200" y="3657600"/>
            <a:ext cx="54864" cy="7315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3749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/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37307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ED Validation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40233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BC emergency departments for clinical validation and outcomes measurement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6400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/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1828800" y="2286000"/>
            <a:ext cx="5486400" cy="36576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828800" y="2286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</a:t>
            </a:r>
            <a:pPr algn="ctr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triageflow.streamlit.app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828800" y="2743200"/>
            <a:ext cx="5486400" cy="36576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2743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</a:t>
            </a:r>
            <a:pPr algn="ctr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github.com/Rishabhpabbi/TriageFlow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5740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05740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3756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33756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1772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1772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+ Twilio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9788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89788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78040" y="3383280"/>
            <a:ext cx="1143000" cy="292608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78040" y="3383280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3931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CA3A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TriageFlow - AI-Powered ED Triage</dc:title>
  <dc:subject>PptxGenJS Presentation</dc:subject>
  <dc:creator>Rishabh Pabbi &amp; Puneet Velidi</dc:creator>
  <cp:lastModifiedBy>Rishabh Pabbi &amp; Puneet Velidi</cp:lastModifiedBy>
  <cp:revision>1</cp:revision>
  <dcterms:created xsi:type="dcterms:W3CDTF">2026-03-28T20:22:18Z</dcterms:created>
  <dcterms:modified xsi:type="dcterms:W3CDTF">2026-03-28T20:22:18Z</dcterms:modified>
</cp:coreProperties>
</file>